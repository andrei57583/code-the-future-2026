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6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0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10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8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7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02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1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4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2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7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9377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23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4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29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89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4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1A6F9-0F94-4886-A820-1D017BF021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E8130-B721-4AFA-9F7F-A809D85DE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07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9CE1-BA72-757F-2422-B4711DBBA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6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Industrial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A212B-24B7-67FA-0EE4-A59CABEEF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schemeClr val="bg1"/>
                </a:solidFill>
              </a:rPr>
              <a:t>Grădinaru Petrică Iustinian</a:t>
            </a:r>
            <a:endParaRPr lang="ro-RO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o-RO" dirty="0">
                <a:solidFill>
                  <a:schemeClr val="bg1"/>
                </a:solidFill>
              </a:rPr>
              <a:t>Comănici Andrei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902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F337-6FF2-FA9E-F6F5-74A3E6E13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Cuprins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B311A-8416-34C0-C0A5-8ED52942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Digital Twin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Monitorizare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zone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Twin: oglinda funcțională a sistemului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Aplicații,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beneficii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potențial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44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2AE30-7603-336F-EC2C-2245080F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319" y="215502"/>
            <a:ext cx="11035145" cy="981004"/>
          </a:xfrm>
        </p:spPr>
        <p:txBody>
          <a:bodyPr>
            <a:no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Digital Twin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Monitorizare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zone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F95D7E-8667-4614-30DF-81B99325B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9319" y="2596320"/>
            <a:ext cx="5205845" cy="166535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ESP32-C6 ca nod de edge </a:t>
            </a:r>
            <a:endParaRPr lang="ro-RO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Senzori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multiparametrici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o-RO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MQTT </a:t>
            </a:r>
            <a:r>
              <a:rPr lang="en-U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telemetrie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o-RO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Raspberry Pi 5 </a:t>
            </a:r>
            <a:r>
              <a:rPr lang="en-US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dashboard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o-RO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ACD07B3-5FEE-BA93-7BB9-10006BFC4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"/>
          <a:stretch>
            <a:fillRect/>
          </a:stretch>
        </p:blipFill>
        <p:spPr>
          <a:xfrm>
            <a:off x="6009626" y="1507440"/>
            <a:ext cx="5891213" cy="384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5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7179-C880-14B7-D5AB-6420D40EA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33" y="103330"/>
            <a:ext cx="11830467" cy="61219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Twin: oglinda funcțională a sistemului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43D88-637B-042B-10E6-C1ADC821D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963260"/>
            <a:ext cx="11014364" cy="57270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Sincronizare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bidirecțională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virtual nu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primește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timp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 din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senzori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reflectă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starea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curentă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sistemului</a:t>
            </a:r>
            <a:r>
              <a:rPr lang="ro-RO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Scenarii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„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s-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întâmpla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dacă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... ":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twin-ul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simularea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unor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situații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concrete</a:t>
            </a:r>
            <a:r>
              <a:rPr lang="ro-RO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operaționale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nivelul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vibrație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depășește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prag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poate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sugera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uzură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mecanică</a:t>
            </a:r>
            <a:r>
              <a:rPr lang="ro-RO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35F0303-492A-A2A4-E711-DA28A71C7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768" y="3532902"/>
            <a:ext cx="8848463" cy="322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4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F7A44-032B-906F-192A-CEDA92C8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164" y="79473"/>
            <a:ext cx="11130539" cy="62345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Aplicații,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beneficii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potențial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scalare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C649D-81B6-E8F2-B75F-2F0DB41CE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8164" y="831275"/>
            <a:ext cx="10687700" cy="19950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valorificat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potrivește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locuri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sunt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măsurători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continue,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trasabilitate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avertizare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timpurie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asupra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anomaliilor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operaționale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o-RO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Ce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câștigă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utilizatorul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dependența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verificări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accelerează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decizia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timp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crește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siguranța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detectarea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suprasarcinilor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variațiilor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evenimentelor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neobișnuite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9073C3F-5373-6A4F-3378-CFF4A32E10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464" y="2748114"/>
            <a:ext cx="6988956" cy="3728528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38B2974-4BDF-067B-0F0C-455486790C0A}"/>
              </a:ext>
            </a:extLst>
          </p:cNvPr>
          <p:cNvSpPr txBox="1">
            <a:spLocks/>
          </p:cNvSpPr>
          <p:nvPr/>
        </p:nvSpPr>
        <p:spPr>
          <a:xfrm>
            <a:off x="898164" y="3106884"/>
            <a:ext cx="4169557" cy="252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Cât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poate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evolua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platforma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poate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inteligente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energetică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MES/SCADA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automatizare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avansată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edge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cloud.</a:t>
            </a:r>
          </a:p>
        </p:txBody>
      </p:sp>
    </p:spTree>
    <p:extLst>
      <p:ext uri="{BB962C8B-B14F-4D97-AF65-F5344CB8AC3E}">
        <p14:creationId xmlns:p14="http://schemas.microsoft.com/office/powerpoint/2010/main" val="293187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41FA85-C495-539F-66A2-2FC0BE16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729240"/>
            <a:ext cx="9867963" cy="1528206"/>
          </a:xfrm>
        </p:spPr>
        <p:txBody>
          <a:bodyPr>
            <a:normAutofit/>
          </a:bodyPr>
          <a:lstStyle/>
          <a:p>
            <a:pPr algn="ctr"/>
            <a:r>
              <a:rPr lang="ro-RO" sz="5400" dirty="0"/>
              <a:t>Vă mulțumim pentru atenție!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876742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156</TotalTime>
  <Words>235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Times New Roman</vt:lpstr>
      <vt:lpstr>Tw Cen MT</vt:lpstr>
      <vt:lpstr>Circuit</vt:lpstr>
      <vt:lpstr>Smart Industrial Monitoring System</vt:lpstr>
      <vt:lpstr>Cuprins</vt:lpstr>
      <vt:lpstr>Introducere: Digital Twin Sistem de Monitorizare a unei zone Industriale</vt:lpstr>
      <vt:lpstr>Digital Twin: oglinda funcțională a sistemului</vt:lpstr>
      <vt:lpstr>Aplicații, beneficii și potențial de scalare</vt:lpstr>
      <vt:lpstr>Vă mulțumim pentru atenție!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Iustinian Grădinaru</dc:creator>
  <cp:lastModifiedBy>Andrei Comănici</cp:lastModifiedBy>
  <cp:revision>6</cp:revision>
  <dcterms:created xsi:type="dcterms:W3CDTF">2026-04-25T00:38:20Z</dcterms:created>
  <dcterms:modified xsi:type="dcterms:W3CDTF">2026-04-25T03:32:25Z</dcterms:modified>
</cp:coreProperties>
</file>